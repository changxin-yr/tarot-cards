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9f1d5642934047" /><Relationship Type="http://schemas.openxmlformats.org/officeDocument/2006/relationships/extended-properties" Target="/docProps/app.xml" Id="R9375ece19a324147" /><Relationship Type="http://schemas.openxmlformats.org/officeDocument/2006/relationships/officeDocument" Target="/ppt/presentation.xml" Id="R1b1ac897f10344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7fe462ab364148"/>
  </p:sldMasterIdLst>
  <p:notesMasterIdLst>
    <p:notesMasterId xmlns:r="http://schemas.openxmlformats.org/officeDocument/2006/relationships" r:id="R7bfeffaf4715424e"/>
  </p:notesMasterIdLst>
  <p:sldIdLst>
    <p:sldId xmlns:r="http://schemas.openxmlformats.org/officeDocument/2006/relationships" id="256" r:id="Ra1b858da465543a4"/>
    <p:sldId xmlns:r="http://schemas.openxmlformats.org/officeDocument/2006/relationships" id="257" r:id="Rbf412cec01e94735"/>
    <p:sldId xmlns:r="http://schemas.openxmlformats.org/officeDocument/2006/relationships" id="258" r:id="R52cad3c0371e498d"/>
    <p:sldId xmlns:r="http://schemas.openxmlformats.org/officeDocument/2006/relationships" id="259" r:id="Rc389783ae2174e2b"/>
    <p:sldId xmlns:r="http://schemas.openxmlformats.org/officeDocument/2006/relationships" id="260" r:id="Rc4a2e11073d64af0"/>
    <p:sldId xmlns:r="http://schemas.openxmlformats.org/officeDocument/2006/relationships" id="261" r:id="R0fbcb4af10944d10"/>
    <p:sldId xmlns:r="http://schemas.openxmlformats.org/officeDocument/2006/relationships" id="262" r:id="R6a37452bab3a49c8"/>
    <p:sldId xmlns:r="http://schemas.openxmlformats.org/officeDocument/2006/relationships" id="263" r:id="R95e4391a97c846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43526239f54532" /><Relationship Type="http://schemas.openxmlformats.org/officeDocument/2006/relationships/slideMaster" Target="/ppt/slideMasters/slideMaster1.xml" Id="Rba7fe462ab364148" /><Relationship Type="http://schemas.openxmlformats.org/officeDocument/2006/relationships/notesMaster" Target="/ppt/notesMasters/notesMaster1.xml" Id="R7bfeffaf4715424e" /><Relationship Type="http://schemas.openxmlformats.org/officeDocument/2006/relationships/presProps" Target="/ppt/presProps.xml" Id="Rd175e203eb1f463a" /><Relationship Type="http://schemas.openxmlformats.org/officeDocument/2006/relationships/viewProps" Target="/ppt/viewProps.xml" Id="Rdfeaa7a018d2417c" /><Relationship Type="http://schemas.openxmlformats.org/officeDocument/2006/relationships/tableStyles" Target="/ppt/tableStyles.xml" Id="R30e724e9604046e1" /><Relationship Type="http://schemas.openxmlformats.org/officeDocument/2006/relationships/slide" Target="/ppt/slides/slide1.xml" Id="Ra1b858da465543a4" /><Relationship Type="http://schemas.openxmlformats.org/officeDocument/2006/relationships/slide" Target="/ppt/slides/slide2.xml" Id="Rbf412cec01e94735" /><Relationship Type="http://schemas.openxmlformats.org/officeDocument/2006/relationships/slide" Target="/ppt/slides/slide3.xml" Id="R52cad3c0371e498d" /><Relationship Type="http://schemas.openxmlformats.org/officeDocument/2006/relationships/slide" Target="/ppt/slides/slide4.xml" Id="Rc389783ae2174e2b" /><Relationship Type="http://schemas.openxmlformats.org/officeDocument/2006/relationships/slide" Target="/ppt/slides/slide5.xml" Id="Rc4a2e11073d64af0" /><Relationship Type="http://schemas.openxmlformats.org/officeDocument/2006/relationships/slide" Target="/ppt/slides/slide6.xml" Id="R0fbcb4af10944d10" /><Relationship Type="http://schemas.openxmlformats.org/officeDocument/2006/relationships/slide" Target="/ppt/slides/slide7.xml" Id="R6a37452bab3a49c8" /><Relationship Type="http://schemas.openxmlformats.org/officeDocument/2006/relationships/slide" Target="/ppt/slides/slide8.xml" Id="R95e4391a97c846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c419fab9a741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b96ab97d694d50" /><Relationship Type="http://schemas.openxmlformats.org/officeDocument/2006/relationships/notesMaster" Target="/ppt/notesMasters/notesMaster1.xml" Id="R349113c2045040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ba436293df407d" /><Relationship Type="http://schemas.openxmlformats.org/officeDocument/2006/relationships/notesMaster" Target="/ppt/notesMasters/notesMaster1.xml" Id="R8918aac8bf7e4d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466aacafc44856" /><Relationship Type="http://schemas.openxmlformats.org/officeDocument/2006/relationships/notesMaster" Target="/ppt/notesMasters/notesMaster1.xml" Id="Rbd3b22ff1b5647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9647b9524c4475" /><Relationship Type="http://schemas.openxmlformats.org/officeDocument/2006/relationships/notesMaster" Target="/ppt/notesMasters/notesMaster1.xml" Id="Rca0657e522884a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92fc392f7d4b02" /><Relationship Type="http://schemas.openxmlformats.org/officeDocument/2006/relationships/notesMaster" Target="/ppt/notesMasters/notesMaster1.xml" Id="R4613213ac62840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fe511e45f04519" /><Relationship Type="http://schemas.openxmlformats.org/officeDocument/2006/relationships/notesMaster" Target="/ppt/notesMasters/notesMaster1.xml" Id="R9cf3c421578040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bb5941e3e34446" /><Relationship Type="http://schemas.openxmlformats.org/officeDocument/2006/relationships/notesMaster" Target="/ppt/notesMasters/notesMaster1.xml" Id="R5f1d3e9d9c5e4e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c8cf561de64c7e" /><Relationship Type="http://schemas.openxmlformats.org/officeDocument/2006/relationships/notesMaster" Target="/ppt/notesMasters/notesMaster1.xml" Id="R284189880e9e49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6d4d9779d4fd0" /><Relationship Type="http://schemas.openxmlformats.org/officeDocument/2006/relationships/image" Target="/ppt/media/image.png" Id="R60c329d719184c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e5b8bf980843a0" /><Relationship Type="http://schemas.openxmlformats.org/officeDocument/2006/relationships/image" Target="/ppt/media/image2.png" Id="R3f27d39f6d67417a" /><Relationship Type="http://schemas.openxmlformats.org/officeDocument/2006/relationships/image" Target="/ppt/media/image3.png" Id="R1febcd4119144663" /><Relationship Type="http://schemas.openxmlformats.org/officeDocument/2006/relationships/image" Target="/ppt/media/image4.png" Id="R99a08e2f9aaf40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6dfabf36c49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77a6af2f1745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ef38b4f84457a" /><Relationship Type="http://schemas.openxmlformats.org/officeDocument/2006/relationships/image" Target="/ppt/media/image5.png" Id="Rbc9338248b8c4f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76070b3f842ab" /><Relationship Type="http://schemas.openxmlformats.org/officeDocument/2006/relationships/image" Target="/ppt/media/image6.png" Id="Rcc63df2b793340a4" /><Relationship Type="http://schemas.openxmlformats.org/officeDocument/2006/relationships/image" Target="/ppt/media/image5.png" Id="Rd873a2ece7dc4e6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43c1ca04742b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103c633da043a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4563936b5436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cf2de8c404d1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8dd6ba17774c6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453e7dc7a2451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aff35fa254b56" /></Relationships>
</file>

<file path=ppt/slideLayouts/slideLayout1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081C832-5751-4C81-9A31-9130E532CE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329d719184c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710" y="304165"/>
            <a:ext cx="3564890" cy="1234440"/>
          </a:xfrm>
          <a:prstGeom xmlns:a="http://schemas.openxmlformats.org/drawingml/2006/main" prst="rect">
            <a:avLst/>
          </a:prstGeom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7ACEFFC-B06A-431F-AC97-7CC39D66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635" y="6367145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70426AAE-6F49-4D7B-A508-FEF33828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4445" y="6685280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.xml><?xml version="1.0" encoding="utf-8"?>
<p:sldLayout xmlns:p="http://schemas.openxmlformats.org/presentationml/2006/main" type="titleOnly">
  <p:cSld name="FM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27d39f6d67417a">
            <a:alphaModFix amt="20000"/>
          </a:blip>
          <a:srcRect xmlns:a="http://schemas.openxmlformats.org/drawingml/2006/main" l="0" t="0" r="0" b="13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6126" y="0"/>
            <a:ext cx="4151671" cy="5794408"/>
          </a:xfrm>
          <a:prstGeom xmlns:a="http://schemas.openxmlformats.org/drawingml/2006/main" prst="rect">
            <a:avLst/>
          </a:prstGeom>
        </p:spPr>
      </p:pic>
      <p:sp>
        <p:nvSpPr>
          <p:cNvPr id="10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85DF63D-CF67-4F0F-A2CF-98110E81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15EF1915-DD98-46EF-AA44-2E0E15A6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18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bcd4119144663">
            <a:alphaModFix amt="21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261146"/>
            <a:ext cx="2999678" cy="4133416"/>
          </a:xfrm>
          <a:prstGeom xmlns:a="http://schemas.openxmlformats.org/drawingml/2006/main" prst="rect">
            <a:avLst/>
          </a:prstGeom>
        </p:spPr>
      </p:pic>
      <p:pic>
        <p:nvPicPr>
          <p:cNvPr id="1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08e2f9aaf40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73" y="0"/>
            <a:ext cx="3483086" cy="13061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showMasterSp="0" type="title">
  <p:cSld name="1_标题幻灯片"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9364E21-DB87-4E2C-8D05-1B1A6C1CA5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45008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标题和内容">
    <p:bg>
      <p:bgPr>
        <a:solidFill xmlns:a="http://schemas.openxmlformats.org/drawingml/2006/main">
          <a:srgbClr val="08A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424C785-9E7C-42C1-9643-2A1798498B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节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1EB9C7A0-90CA-4D0F-87DE-374B869B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F319A5BE-AE05-466A-BA16-50ED22F4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54B2C1-7CA5-4A00-BE05-1418FC52EC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8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1BD913F2-FCCD-4014-BD2A-2A2B639614C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15067" y="171415"/>
            <a:ext cx="5966068" cy="4461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800" b="1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单击此处编辑母版文本</a:t>
            </a:r>
            <a:endParaRPr/>
          </a:p>
        </p:txBody>
      </p:sp>
      <p:pic>
        <p:nvPicPr>
          <p:cNvPr id="3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338248b8c4f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25" y="0"/>
            <a:ext cx="2350420" cy="881407"/>
          </a:xfrm>
          <a:prstGeom xmlns:a="http://schemas.openxmlformats.org/drawingml/2006/main" prst="rect">
            <a:avLst/>
          </a:prstGeom>
        </p:spPr>
      </p:pic>
      <p:sp>
        <p:nvSpPr>
          <p:cNvPr id="30" name="矩形 3">
            <a:extLst xmlns:a="http://schemas.openxmlformats.org/drawingml/2006/main">
              <a:ext uri="{FF2B5EF4-FFF2-40B4-BE49-F238E27FC236}">
                <a16:creationId xmlns:a16="http://schemas.microsoft.com/office/drawing/2014/main" id="{D6D563AB-D512-4A05-8FBA-4574D596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1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F6">
              <a:alpha val="1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>
  <p:cSld name="两栏内容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BC8CC54-2BB7-4FC3-8BF6-15EC9718B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pic>
        <p:nvPicPr>
          <p:cNvPr id="40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63df2b793340a4">
            <a:alphaModFix amt="35000"/>
            <a:biLevel thresh="25000"/>
          </a:blip>
          <a:srcRect xmlns:a="http://schemas.openxmlformats.org/drawingml/2006/main" l="0" t="32381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2780" y="1381934"/>
            <a:ext cx="3830533" cy="4165580"/>
          </a:xfrm>
          <a:prstGeom xmlns:a="http://schemas.openxmlformats.org/drawingml/2006/main" prst="rect">
            <a:avLst/>
          </a:prstGeom>
        </p:spPr>
      </p:pic>
      <p:sp>
        <p:nvSpPr>
          <p:cNvPr id="35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1AD30FA-81C2-436A-980F-DE8D2C1D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BFDB374F-6697-43E8-8A34-1511D3EC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4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3a2ece7dc4e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478" y="0"/>
            <a:ext cx="2350420" cy="88140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twoTxTwoObj">
  <p:cSld name="比较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147C205-1EC8-479A-A8E3-769D7A68F9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1" name="文本框 2">
            <a:extLst xmlns:a="http://schemas.openxmlformats.org/drawingml/2006/main">
              <a:ext uri="{FF2B5EF4-FFF2-40B4-BE49-F238E27FC236}">
                <a16:creationId xmlns:a16="http://schemas.microsoft.com/office/drawing/2014/main" id="{6B0A061E-E2C1-4218-A550-A47B187B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6A7CB07C-B45E-41BD-A736-C580DC8E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矩形 9">
            <a:extLst xmlns:a="http://schemas.openxmlformats.org/drawingml/2006/main">
              <a:ext uri="{FF2B5EF4-FFF2-40B4-BE49-F238E27FC236}">
                <a16:creationId xmlns:a16="http://schemas.microsoft.com/office/drawing/2014/main" id="{DE3BF4BE-46CF-4405-9360-47CC238B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" y="1199515"/>
            <a:ext cx="1210588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>
                <a:ln>
                  <a:noFill/>
                </a:ln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4000" b="1" i="0" u="none" kern="1200" cap="none" spc="0" baseline="0">
              <a:ln>
                <a:noFill/>
              </a:ln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AB9AC922-A842-4B35-B620-14655A6B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" y="576640"/>
            <a:ext cx="412495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sz="32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3200" b="1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>
  <p:cSld name="仅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D1DC650-D062-4E25-9EE4-D62161A5E8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8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194EF80-3BBF-40A0-9045-C593C86D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635" y="6367145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000B9BB-8D47-4321-AFC4-AD84508D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4445" y="6685280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9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529F408-C92C-4F90-BDC4-A34DC06150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6E570A9-D971-4804-9FE1-2A90288691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1948B21-3544-43B3-AAA6-26D360BA17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14EF0CF-1EE3-4B39-8979-DE2C0F37A5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571912e3244828" /><Relationship Type="http://schemas.openxmlformats.org/officeDocument/2006/relationships/slideLayout" Target="/ppt/slideLayouts/slideLayout1.xml" Id="Re6ca6bf8ce9041b1" /><Relationship Type="http://schemas.openxmlformats.org/officeDocument/2006/relationships/slideLayout" Target="/ppt/slideLayouts/slideLayout2.xml" Id="R181dc180f9cb45b4" /><Relationship Type="http://schemas.openxmlformats.org/officeDocument/2006/relationships/slideLayout" Target="/ppt/slideLayouts/slideLayout3.xml" Id="R6747edcea1bf460d" /><Relationship Type="http://schemas.openxmlformats.org/officeDocument/2006/relationships/slideLayout" Target="/ppt/slideLayouts/slideLayout4.xml" Id="Rfac4942366014474" /><Relationship Type="http://schemas.openxmlformats.org/officeDocument/2006/relationships/slideLayout" Target="/ppt/slideLayouts/slideLayout5.xml" Id="R782a1e8ee3b44700" /><Relationship Type="http://schemas.openxmlformats.org/officeDocument/2006/relationships/slideLayout" Target="/ppt/slideLayouts/slideLayout6.xml" Id="R7ec9b4e02e184d5e" /><Relationship Type="http://schemas.openxmlformats.org/officeDocument/2006/relationships/slideLayout" Target="/ppt/slideLayouts/slideLayout7.xml" Id="Rb7b613d0c64b443d" /><Relationship Type="http://schemas.openxmlformats.org/officeDocument/2006/relationships/slideLayout" Target="/ppt/slideLayouts/slideLayout8.xml" Id="Rf20e5fe67f214d24" /><Relationship Type="http://schemas.openxmlformats.org/officeDocument/2006/relationships/slideLayout" Target="/ppt/slideLayouts/slideLayout9.xml" Id="Rfd7b4c22902548fd" /><Relationship Type="http://schemas.openxmlformats.org/officeDocument/2006/relationships/slideLayout" Target="/ppt/slideLayouts/slideLayout10.xml" Id="R7c0c4acf7e60479b" /><Relationship Type="http://schemas.openxmlformats.org/officeDocument/2006/relationships/slideLayout" Target="/ppt/slideLayouts/slideLayout11.xml" Id="R0aec6672c65d4519" /><Relationship Type="http://schemas.openxmlformats.org/officeDocument/2006/relationships/slideLayout" Target="/ppt/slideLayouts/slideLayout12.xml" Id="Rb2e0d9ffde20496d" /><Relationship Type="http://schemas.openxmlformats.org/officeDocument/2006/relationships/slideLayout" Target="/ppt/slideLayouts/slideLayout13.xml" Id="R18db37533d834b74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B70F78B-9F0C-4DA3-9BEF-10C83AE322B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/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ca6bf8ce9041b1"/>
    <p:sldLayoutId xmlns:r="http://schemas.openxmlformats.org/officeDocument/2006/relationships" id="2147483650" r:id="R181dc180f9cb45b4"/>
    <p:sldLayoutId xmlns:r="http://schemas.openxmlformats.org/officeDocument/2006/relationships" id="2147483651" r:id="R6747edcea1bf460d"/>
    <p:sldLayoutId xmlns:r="http://schemas.openxmlformats.org/officeDocument/2006/relationships" id="2147483652" r:id="Rfac4942366014474"/>
    <p:sldLayoutId xmlns:r="http://schemas.openxmlformats.org/officeDocument/2006/relationships" id="2147483653" r:id="R782a1e8ee3b44700"/>
    <p:sldLayoutId xmlns:r="http://schemas.openxmlformats.org/officeDocument/2006/relationships" id="2147483654" r:id="R7ec9b4e02e184d5e"/>
    <p:sldLayoutId xmlns:r="http://schemas.openxmlformats.org/officeDocument/2006/relationships" id="2147483655" r:id="Rb7b613d0c64b443d"/>
    <p:sldLayoutId xmlns:r="http://schemas.openxmlformats.org/officeDocument/2006/relationships" id="2147483656" r:id="Rf20e5fe67f214d24"/>
    <p:sldLayoutId xmlns:r="http://schemas.openxmlformats.org/officeDocument/2006/relationships" id="2147483657" r:id="Rfd7b4c22902548fd"/>
    <p:sldLayoutId xmlns:r="http://schemas.openxmlformats.org/officeDocument/2006/relationships" id="2147483658" r:id="R7c0c4acf7e60479b"/>
    <p:sldLayoutId xmlns:r="http://schemas.openxmlformats.org/officeDocument/2006/relationships" id="2147483659" r:id="R0aec6672c65d4519"/>
    <p:sldLayoutId xmlns:r="http://schemas.openxmlformats.org/officeDocument/2006/relationships" id="2147483660" r:id="Rb2e0d9ffde20496d"/>
    <p:sldLayoutId xmlns:r="http://schemas.openxmlformats.org/officeDocument/2006/relationships" id="2147483661" r:id="R18db37533d834b74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a517c56c2c40a9" /><Relationship Type="http://schemas.openxmlformats.org/officeDocument/2006/relationships/notesSlide" Target="/ppt/notesSlides/notesSlide1.xml" Id="Re2d7568bd8dd4c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38749a6d1e4f85" /><Relationship Type="http://schemas.openxmlformats.org/officeDocument/2006/relationships/notesSlide" Target="/ppt/notesSlides/notesSlide2.xml" Id="R4101b0ba797645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8221803489f4bb0" /><Relationship Type="http://schemas.openxmlformats.org/officeDocument/2006/relationships/notesSlide" Target="/ppt/notesSlides/notesSlide3.xml" Id="R7c214ed5e9ff49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75f4e57be474c00" /><Relationship Type="http://schemas.openxmlformats.org/officeDocument/2006/relationships/image" Target="/ppt/media/image7.png" Id="Ra81e17f3952a4299" /><Relationship Type="http://schemas.openxmlformats.org/officeDocument/2006/relationships/image" Target="/ppt/media/image8.png" Id="R80db47b208a54a6b" /><Relationship Type="http://schemas.openxmlformats.org/officeDocument/2006/relationships/notesSlide" Target="/ppt/notesSlides/notesSlide4.xml" Id="Re2be80ba03a840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7168155834c426e" /><Relationship Type="http://schemas.openxmlformats.org/officeDocument/2006/relationships/notesSlide" Target="/ppt/notesSlides/notesSlide5.xml" Id="Rc8f0d2390b394f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29b4b6b55d44473" /><Relationship Type="http://schemas.openxmlformats.org/officeDocument/2006/relationships/notesSlide" Target="/ppt/notesSlides/notesSlide6.xml" Id="R98f6ab2cb5f440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ef4da32f58b4736" /><Relationship Type="http://schemas.openxmlformats.org/officeDocument/2006/relationships/notesSlide" Target="/ppt/notesSlides/notesSlide7.xml" Id="R1d09645f0aa14b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acd36dca9eb4024" /><Relationship Type="http://schemas.openxmlformats.org/officeDocument/2006/relationships/notesSlide" Target="/ppt/notesSlides/notesSlide8.xml" Id="Rd652cc33b6544e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4">
            <a:extLst xmlns:a="http://schemas.openxmlformats.org/drawingml/2006/main">
              <a:ext uri="{FF2B5EF4-FFF2-40B4-BE49-F238E27FC236}">
                <a16:creationId xmlns:a16="http://schemas.microsoft.com/office/drawing/2014/main" id="{4A7274B9-9070-4C73-83FA-BB16C83D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888" y="5226665"/>
            <a:ext cx="5356225" cy="725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（常新队-易荛）</a:t>
            </a:r>
            <a:endParaRPr sz="16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（2026年8月）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0A9F033-074F-4E66-BC51-CA442A03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747" y="1852426"/>
            <a:ext cx="8374507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月度激励</a:t>
            </a: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星光应用申报</a:t>
            </a:r>
            <a:endParaRPr sz="4800" b="1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EF3EAFA-7767-491F-A86B-D4B23A07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175" y="2868089"/>
            <a:ext cx="572765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塔罗灵感牌</a:t>
            </a:r>
            <a:endParaRPr sz="280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495727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E44E8BF5-341F-44E1-BE10-F4BF9133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964" y="2138212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9F3D7955-804D-41A1-97BA-A2EBF426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4" y="3076107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E644EE09-F911-4BA8-80E4-342E4F58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344" y="3063407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C992B086-3D2A-43D6-A6DC-21C5D41F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4" y="4001302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创新性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13428AF1-8ED3-4F2B-B077-7B1EBFDA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344" y="3988602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CC894D13-198B-41A6-A42B-E0789B8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44" y="2138212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创作简介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EDDD4C0-D439-40A7-9D0C-DBC5CE2CC6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82FCFD09-B8BC-4C31-BCDF-FADF892B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44" y="4913797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商业价值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27D90ADD-4467-45B9-85AC-3B34628E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44" y="4901097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379504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A4BA95AD-2C37-4454-8A7E-CB054101CF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957E708-857E-4EB5-AAC2-B927108D310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95815" y="200290"/>
            <a:ext cx="5966068" cy="44613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创作简介</a:t>
            </a:r>
            <a:endParaRPr sz="2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4">
            <a:extLst xmlns:a="http://schemas.openxmlformats.org/drawingml/2006/main">
              <a:ext uri="{FF2B5EF4-FFF2-40B4-BE49-F238E27FC236}">
                <a16:creationId xmlns:a16="http://schemas.microsoft.com/office/drawing/2014/main" id="{BC9D6B7F-8C99-40B9-A6C6-63206F01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71" y="2421510"/>
            <a:ext cx="3012141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为什么做这款</a:t>
            </a:r>
            <a:r>
              <a:rPr sz="1600">
                <a:latin typeface="微软雅黑"/>
                <a:ea typeface="微软雅黑"/>
                <a:cs typeface="微软雅黑"/>
              </a:rPr>
              <a:t>APP</a:t>
            </a:r>
            <a:r>
              <a:rPr sz="1600">
                <a:latin typeface="微软雅黑"/>
                <a:ea typeface="微软雅黑"/>
                <a:cs typeface="微软雅黑"/>
              </a:rPr>
              <a:t>（</a:t>
            </a:r>
            <a:r>
              <a:rPr sz="1600">
                <a:latin typeface="微软雅黑"/>
                <a:ea typeface="微软雅黑"/>
                <a:cs typeface="微软雅黑"/>
              </a:rPr>
              <a:t>100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4">
            <a:extLst xmlns:a="http://schemas.openxmlformats.org/drawingml/2006/main">
              <a:ext uri="{FF2B5EF4-FFF2-40B4-BE49-F238E27FC236}">
                <a16:creationId xmlns:a16="http://schemas.microsoft.com/office/drawing/2014/main" id="{422A1A59-F4B3-4054-9C8E-0DF63CFC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6" y="4569388"/>
            <a:ext cx="3012141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应用一句话亮点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FE4579E-6EBE-414A-80EE-86B14455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6" y="950500"/>
            <a:ext cx="8516472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团队简介：队长姓名、团队成员姓名、学校、专业、指导老师、联络人手机号、微信号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B0DC0D3-B424-491E-AFE9-97CE3459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2905125"/>
            <a:ext cx="10607040" cy="14211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塔罗常被年轻人用于自我探索，但线上产品常伴随联网、广告和诱导付费。我们将应用定位为“灵感反思工具”而非预测工具：抽牌、解读、收藏和笔记均可离线完成，用结构化问题与情绪维度帮助用户整理想法，内容过滤降低焦虑表达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649912B-B233-479C-B21F-DA242186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7488"/>
            <a:ext cx="10607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「 全离线塔罗灵感盒，抽牌、解读、笔记一站完成，自我探索更私密。 」</a:t>
            </a:r>
            <a:endParaRPr sz="17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文本框 0">
            <a:extLst xmlns:a="http://schemas.openxmlformats.org/drawingml/2006/main">
              <a:ext uri="{FF2B5EF4-FFF2-40B4-BE49-F238E27FC236}">
                <a16:creationId xmlns:a16="http://schemas.microsoft.com/office/drawing/2014/main" id="{D6206056-3169-48E8-A839-C271DDCE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365" y="1472565"/>
            <a:ext cx="9241790" cy="949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t>队长：易荛    团队成员：易荛    学校：湘潭理工学院    专业：信息与计算科学</a:t>
            </a:r>
            <a:endParaRPr/>
          </a:p>
          <a:p xmlns:a="http://schemas.openxmlformats.org/drawingml/2006/main">
            <a:r>
              <a:t>指导老师：徐畅    联络人手机号：13367425801    微信号：yy562389451278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03028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AD0E6D4B-F4C0-4C20-AEC1-73DC1B0D50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A6A3CF0-CE10-4BFB-A24D-0EA9E8D991C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95815" y="200290"/>
            <a:ext cx="5966068" cy="44613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 sz="2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18643C9-3FFF-4BC8-A47C-F73D8403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差异化功能，图文并茂（每点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字以内）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5686D08-916F-49F7-9214-6BADD967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54" y="1699260"/>
            <a:ext cx="72237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六种牌阵模式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单牌、三牌阵、每日灵感、时间线、关系、七牌阵，覆盖不同反思深度。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多维度解读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问题、场景、情绪、牌位、正逆位与主题组合生成结构化指引。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78 张牌库+双主题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大阿卡纳与小阿卡纳完整牌库，支持两套原创牌面主题。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4. 历史收藏笔记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抽牌记录本地保存，支持收藏和个人感悟笔记。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2" name="图片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e17f3952a42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635" y="847090"/>
            <a:ext cx="2717800" cy="5191125"/>
          </a:xfrm>
          <a:prstGeom xmlns:a="http://schemas.openxmlformats.org/drawingml/2006/main" prst="rect">
            <a:avLst/>
          </a:prstGeom>
        </p:spPr>
      </p:pic>
      <p:pic>
        <p:nvPicPr>
          <p:cNvPr id="33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b47b208a54a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90075" y="895350"/>
            <a:ext cx="2461895" cy="50946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6839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E2FA8290-834A-453D-80D2-DA7102B15E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844BEBE-0BE1-4AD4-B968-3B9BE17D33A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创新性</a:t>
            </a:r>
            <a:endParaRPr/>
          </a:p>
        </p:txBody>
      </p:sp>
      <p:sp>
        <p:nvSpPr>
          <p:cNvPr id="28" name="文本框 3">
            <a:extLst xmlns:a="http://schemas.openxmlformats.org/drawingml/2006/main">
              <a:ext uri="{FF2B5EF4-FFF2-40B4-BE49-F238E27FC236}">
                <a16:creationId xmlns:a16="http://schemas.microsoft.com/office/drawing/2014/main" id="{F3526114-9874-4ADF-8197-C7FF98D2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体验的创新与提升（每点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2D80F54-84F8-45A8-A555-D1E62FDD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3923929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接入的鸿蒙特性（每点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4D541D93-43E4-4482-A249-373DD987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72768"/>
            <a:ext cx="10972800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反思导向：明确区分灵感提示与占卜预测，鼓励用户回到自身经验和行动。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仪式感流程：洗牌、选牌、翻牌、澄清抽牌形成完整交互，音效与振动可按需关闭。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私密安全：无账号、无云同步，问题与笔记只保存在设备本地。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6AE45E-AA72-4D78-81DF-7954F29D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389120"/>
            <a:ext cx="1097280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原生开发：HarmonyOS ArkTS/ArkUI + Stage 模型，采用声明式界面构建抽牌流程。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双持久化：Preferences 保存偏好设置，关系型数据库保存历史、收藏与笔记。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系统能力：SoundPool 提供低延迟音效，vibrator 提供触觉反馈，手机与平板自适应布局。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115680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C9F36DAA-B8B4-4002-A291-F18BF8BC5D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3A5FD19-6805-42A6-B931-E5FF2A74C7F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商业价值</a:t>
            </a:r>
            <a:endParaRPr/>
          </a:p>
        </p:txBody>
      </p:sp>
      <p:sp>
        <p:nvSpPr>
          <p:cNvPr id="33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24AE05B-B385-43EE-92F2-F8C6C010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用户范围、用户反馈、商业潜力等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9168ADBF-9CA0-4061-9064-08866BBD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600200"/>
            <a:ext cx="10972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用户范围：关注自我成长、情绪整理和象征性表达的年轻用户，以及塔罗兴趣和心理自助人群。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8B388D5-B686-478F-85C3-3CBA2A00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880360"/>
            <a:ext cx="10972800" cy="391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用户反馈：离线、无广告和笔记回顾让抽牌更安静；安全过滤与反思定位降低了焦虑化表达。</a:t>
            </a:r>
            <a:endParaRPr sz="1400" b="1">
              <a:solidFill>
                <a:srgbClr val="A6A6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A0838EDA-3F33-456F-8AFE-EFF10156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60520"/>
            <a:ext cx="10972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商业潜力：可拓展艺术牌面主题、高级牌阵、每日灵感提醒和个人成长记录等内容服务。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267074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EEBD7BE4-A840-49CD-A7A3-B080194247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C3F75E6-27AF-49C1-A73F-DD2302FED45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月度应用之星申报</a:t>
            </a:r>
            <a:endParaRPr/>
          </a:p>
        </p:txBody>
      </p:sp>
      <p:sp>
        <p:nvSpPr>
          <p:cNvPr id="37" name="文本框 3">
            <a:extLst xmlns:a="http://schemas.openxmlformats.org/drawingml/2006/main">
              <a:ext uri="{FF2B5EF4-FFF2-40B4-BE49-F238E27FC236}">
                <a16:creationId xmlns:a16="http://schemas.microsoft.com/office/drawing/2014/main" id="{B0664404-92D1-46E2-AB21-76164503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8979784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如果团队中有人需要申报月度应用之星，请在此页说明此人所做的贡献。若无需申报，可忽略此页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0">
            <a:extLst xmlns:a="http://schemas.openxmlformats.org/drawingml/2006/main">
              <a:ext uri="{FF2B5EF4-FFF2-40B4-BE49-F238E27FC236}">
                <a16:creationId xmlns:a16="http://schemas.microsoft.com/office/drawing/2014/main" id="{5A2E8289-BDE5-49B2-9E33-BA9DCF2F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10" y="2102485"/>
            <a:ext cx="10041255" cy="2545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t>贡献：队长易荛独立完成了产品选题、需求梳理、功能文档、交互与视觉设计，并参与 ArkUI/ArkTS 实现、测试、上架材料准备和后续迭代，覆盖从构想到发布的完整流程。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04447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A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2B1EED4-CF23-45D6-A199-08EBEC5B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237" y="1942121"/>
            <a:ext cx="5077527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6600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  谢</a:t>
            </a:r>
            <a:endParaRPr sz="6600" b="1" i="0" u="non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070A86B5-85C3-46F7-B955-95B40CADB5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755818851"/>
      </p:ext>
    </p:extLst>
  </p:cSld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2026-08-20T10:56:56.2970000Z</dcterms:created>
  <dcterms:modified xsi:type="dcterms:W3CDTF">2026-08-20T10:56:56.2970000Z</dcterms:modified>
</coreProperties>
</file>